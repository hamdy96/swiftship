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120640"/>
            <a:ext cx="11704320" cy="1737360"/>
          </a:xfrm>
          <a:prstGeom prst="rect">
            <a:avLst/>
          </a:prstGeom>
          <a:solidFill>
            <a:srgbClr val="1A4F8A">
              <a:alpha val="40000"/>
            </a:srgbClr>
          </a:solidFill>
          <a:ln w="12700">
            <a:solidFill>
              <a:srgbClr val="1A4F8A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961120" y="4572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SwiftShip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Developer — Technical Assessment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4F8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45720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4F8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45720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4F8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45720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A4F8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SwiftShip operates a network of warehouses across multiple cities. Shipments flow through a defined lifecycle from creation to final delivery, with Kafka events emitted at every stage transition.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169164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674620"/>
            <a:ext cx="4572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286000"/>
            <a:ext cx="16916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674620"/>
            <a:ext cx="4572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2286000"/>
            <a:ext cx="16916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776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674620"/>
            <a:ext cx="4572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286000"/>
            <a:ext cx="16916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674620"/>
            <a:ext cx="4572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2286000"/>
            <a:ext cx="1691640" cy="777240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352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169164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65860" y="3063240"/>
            <a:ext cx="0" cy="27432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635240" y="3337560"/>
            <a:ext cx="1691640" cy="640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81060" y="306324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601200" y="22860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286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DELAYED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(computed flag)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RULES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6451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 lifecycle — CANCELLED allowed only from CREATED or PICKED_UP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5001768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83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 active shipments per carrier at any time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5340096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218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only within 14 days of DELIVERED date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5678424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6601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flag: not delivered and &gt;48h past estimated delivery date (computed, not stored)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6016752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9984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emits a domain event to Kafka via the Transactional Outbox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(ERD)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81912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81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id: UUID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37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VARCHAR(150)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93976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93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VARCHAR UNIQUE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phone: VARCHAR(30)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vehicle_plate: VARCHAR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active: BOOLEAN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12344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1581912"/>
            <a:ext cx="2560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id: UUID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1837944"/>
            <a:ext cx="256032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837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VARCHAR(150)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093976"/>
            <a:ext cx="2560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93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VARCHAR(100)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350008"/>
            <a:ext cx="256032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address: 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234440"/>
            <a:ext cx="3063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2344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1581912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id: UUID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1837944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837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tracking_number: UNIQUE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093976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0939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customer_name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2350008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500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customer_email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2606040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606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origin_address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2862072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862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destination_address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3118104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1181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origin_warehouse_id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374136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3741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destination_warehouse_id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3630168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630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carrier_id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3886200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886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ENUM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72200" y="4142232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1422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weight_kg: NUMERIC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72200" y="4398264"/>
            <a:ext cx="30632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43982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estimated_delivery_date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4654296"/>
            <a:ext cx="3063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46542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delivered_at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418320" y="1234440"/>
            <a:ext cx="2514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18320" y="1234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shipment_status_history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418320" y="1581912"/>
            <a:ext cx="2514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09760" y="15819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id: UUID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418320" y="1837944"/>
            <a:ext cx="25146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0" y="1837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shipment_id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418320" y="2093976"/>
            <a:ext cx="2514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09760" y="20939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from_status: ENUM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418320" y="2350008"/>
            <a:ext cx="25146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09760" y="2350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to_status: ENUM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418320" y="2606040"/>
            <a:ext cx="2514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09760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notes: TEXT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418320" y="2862072"/>
            <a:ext cx="251460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09760" y="2862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changed_by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418320" y="3118104"/>
            <a:ext cx="2514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09760" y="3118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changed_at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74320" y="4754880"/>
            <a:ext cx="283464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754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outbox_events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74320" y="5102352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5102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id: UUID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5358384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5358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aggregate_id: UUID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74320" y="5614416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event_type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5870448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" y="5870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payload: JSONB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74320" y="6126480"/>
            <a:ext cx="2834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5760" y="6126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published: BOOLEAN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74320" y="6382512"/>
            <a:ext cx="2834640" cy="2560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published_at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1-to-many relationships  ·  Outbox pattern for reliable Kafka publishing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0876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API GATEWAY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150876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1508760" cy="6858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80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3703320"/>
            <a:ext cx="1508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150876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526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1280160"/>
            <a:ext cx="228600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1168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280160"/>
            <a:ext cx="2286000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280160"/>
            <a:ext cx="22860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92640" y="1280160"/>
            <a:ext cx="21031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2103120"/>
            <a:ext cx="4572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ShipmentController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/api/v1/shipments/**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103120"/>
            <a:ext cx="4937760" cy="5943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103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2926080"/>
            <a:ext cx="5669280" cy="59436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11680" y="29260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(FSM + Business Rules + Outbox write)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2926080"/>
            <a:ext cx="347472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21040" y="2926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(@Scheduled → Kafka send)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0" y="3749040"/>
            <a:ext cx="28346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ShipmentRepository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749040"/>
            <a:ext cx="2560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StatusHistoryRepository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3749040"/>
            <a:ext cx="2560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OutboxEventRepository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15600" y="3749040"/>
            <a:ext cx="13716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515600" y="3749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CarrierRepository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0" y="4572000"/>
            <a:ext cx="25603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011680" y="4572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Flyway)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572000"/>
            <a:ext cx="2743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0" y="4572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shipment.events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4572000"/>
            <a:ext cx="2926080" cy="5943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80960" y="4572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DelayDetectionScheduler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(hourly cron)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26080" y="187452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187452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187452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07040" y="187452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0" y="269748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352044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434340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0" y="3520440"/>
            <a:ext cx="0" cy="10515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52560" y="3520440"/>
            <a:ext cx="0" cy="2286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Endpoints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188720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/api/v1/shipments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0" y="12618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shipment — validates carrier capacity, writes outbox 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11887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9656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0" y="181965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shipments — paginated, optional ?status= filter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1188720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/api/v1/shipments/{id}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77840" y="23774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shipment by UUID — includes computed delayed flag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11887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35224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352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/api/v1/shipments/track/{trackingNo}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0" y="293522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tracking — no auth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93008"/>
            <a:ext cx="1188720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93008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930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/api/v1/shipments/{id}/status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0" y="349300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transition — writes audit history + outbox event atomically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50792"/>
            <a:ext cx="11887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50792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507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/api/v1/shipments/{id}/carrier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40507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Re-assign carrier — validates capacity (max 20 active)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608576"/>
            <a:ext cx="1188720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08576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085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/api/v1/shipments/{id}/history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46085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status transition audit trail, chronological order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5166360"/>
            <a:ext cx="11887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5166360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1663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/api/v1/shipments/delayed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77840" y="51663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&gt;48h past estimated delivery date (not yet delivered)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5724144"/>
            <a:ext cx="1188720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5724144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72414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/api/v1/shipments/carrier/{carrierId}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77840" y="572414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shipments assigned to a specific carrier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5156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EVENT REACHES KAFKA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27632"/>
            <a:ext cx="640080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Same DB Transaction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shipmentRepository.save()           ← update shipment status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27685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historyRepository.save()            ← write audit trail row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49631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outboxEventRepository.save()        ← write outbox row (published=false)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71576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All three commit atomically — if DB fails, all roll back together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3035808"/>
            <a:ext cx="0" cy="25603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every 5 seconds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10128"/>
            <a:ext cx="6400800" cy="14173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7413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OutboxEventPublisher (Scheduler)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74904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Query outbox WHERE published = false ORDER BY created_at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3945636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kafkaTemplate.send(topic, shipmentId, payload).get()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414223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Partition key = shipmentId → ordered delivery per shipment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4338828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Mark row published=true + stamp publishedAt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535424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 failure → log error, leave published=false → auto-retry next poll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919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28523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dual-write risk — DB is the single source of truth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6327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At-least-once delivery — events survive Kafka downtime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980176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Ordered per shipment — partition key = shipmentId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PAYLOAD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1627632"/>
            <a:ext cx="4389120" cy="26517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691640"/>
            <a:ext cx="4206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"shipmentId":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"trackingNumber": "SWF-...",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"previousStatus": "PICKED_UP",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"newStatus": "IN_TRANSIT",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"customerEmail":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"carrierName":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"occurredAt": "2026-04-17T..."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CONFIG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4800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      shipment.events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06640" y="5120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Partitions:  6  (key = shipmentId)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5440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D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Replicas:    3  (fault tolerant)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5806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6172200"/>
            <a:ext cx="4389120" cy="228600"/>
          </a:xfrm>
          <a:prstGeom prst="rect">
            <a:avLst/>
          </a:prstGeom>
          <a:solidFill>
            <a:srgbClr val="12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6172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Notification Service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6428232"/>
            <a:ext cx="4389120" cy="228600"/>
          </a:xfrm>
          <a:prstGeom prst="rect">
            <a:avLst/>
          </a:prstGeom>
          <a:solidFill>
            <a:srgbClr val="12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64282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Billing Service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6684264"/>
            <a:ext cx="4389120" cy="228600"/>
          </a:xfrm>
          <a:prstGeom prst="rect">
            <a:avLst/>
          </a:prstGeom>
          <a:solidFill>
            <a:srgbClr val="12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66842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/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01168" cy="16002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FSM in Domain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ShipmentStatus enum owns transition logic via canTransitionTo(). Business rules live in the domain, not the service — easy to test and extend without touching ShipmentService.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280160"/>
            <a:ext cx="20116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389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Transactional Outbox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828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ShipmentService writes the event to outbox_events in the same DB transaction as the status update. OutboxEventPublisher polls every 5s and sends to Kafka. Zero dual-write risk — no ShipmentEventPublisher needed.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201168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272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DELAYED as Computed Flag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is a @Transient boolean on the entity, calculated at read time. Never stored in the DB — no background job, no migration needed when the 48h threshold changes.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017520"/>
            <a:ext cx="201168" cy="1600200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1272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Carrier Capacity Check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5661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ValidateUtilsImpl.validateCarrierCapacity() counts only non-terminal shipments via an indexed JPQL query before every assign or create, rejecting at 20 active shipments.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754880"/>
            <a:ext cx="20116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86460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Status History Audit Table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303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writes an immutable row to shipment_status_history. Enables full audit trail, compliance reporting, and customer-facing delivery timelines.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75488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4754880"/>
            <a:ext cx="201168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86460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Partition Key = ShipmentId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5303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 uses shipmentId as the Kafka partition key. All events for the same shipment land on the same partition — consumers always see them in the correct lifecycle order.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23360" y="1371600"/>
            <a:ext cx="2286000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Contract Tests  (10%)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via Testcontainers — Kafka, PostgreSQL, real Spring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2560320"/>
            <a:ext cx="41148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2560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 (30%)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@SpringBootTest + H2 in-memory / @DataJpaTest for repositories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3749040"/>
            <a:ext cx="6858000" cy="914400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3749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(60%)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4251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— ShipmentService, FSM transitions, delay logic, outbox event verified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TEST SCENARIOS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34924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321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 FSM transitions verified via @ParameterizedTest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332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invalid transitions assert InvalidStatusTransitionException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617220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1447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capacity boundary (19 active = ok, 20 = rejected)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534924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5321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window: within 14 days succeeds, day 15+ throws exception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576072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7332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flag: overdue (true), future date (false), DELIVERED (false)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6172200"/>
            <a:ext cx="18288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61447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outboxEventRepository.save() called exactly once per transition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0"/>
            <a:ext cx="11704320" cy="2743200"/>
          </a:xfrm>
          <a:prstGeom prst="rect">
            <a:avLst/>
          </a:prstGeom>
          <a:solidFill>
            <a:srgbClr val="1A4F8A">
              <a:alpha val="30000"/>
            </a:srgbClr>
          </a:solidFill>
          <a:ln w="12700">
            <a:solidFill>
              <a:srgbClr val="1A4F8A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8686800" y="45720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100584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8404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FSM in domain model — no illegal transitions possible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Transactional Outbox — DB write + event write in one transaction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7183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OutboxEventPublisher — polls every 5s, guaranteed Kafka delivery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157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OpenAPI 3.0 Swagger — 9 fully documented endpoints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5961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Comprehensive unit tests — FSM, capacity, return window, outbox verified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0350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Flyway migrations + Docker Compose — runs with one command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SwiftShip — Shipment Tracking Microservice</dc:title>
  <dc:subject>PptxGenJS Presentation</dc:subject>
  <dc:creator>SwiftShip Engineering</dc:creator>
  <cp:lastModifiedBy>SwiftShip Engineering</cp:lastModifiedBy>
  <cp:revision>1</cp:revision>
  <dcterms:created xsi:type="dcterms:W3CDTF">2026-04-18T10:04:56Z</dcterms:created>
  <dcterms:modified xsi:type="dcterms:W3CDTF">2026-04-18T10:04:56Z</dcterms:modified>
</cp:coreProperties>
</file>